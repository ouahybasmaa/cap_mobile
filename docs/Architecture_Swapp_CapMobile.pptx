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Architecture du module Swapp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 Mobile — Documentation technique pour chef de projet</a:t>
            </a:r>
          </a:p>
          <a:p>
            <a:r>
              <a:t>Flutter · Riverpod · store-api · Août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1. Contexte et objectifs du module Swapp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2. Vue d'ensemble et principes d'architecture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3. Structure des dossiers (lib/swapp + lib/core/apiswap)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4. Glossaire des notions techniques utilisées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5. Couche API : service, modèles JSON, mappers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6. Couche état : Riverpod et providers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7. Couche UI : pages, widgets, modèles vue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8. Flux métier : navigation, scan, fiche produit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9. Fonctionnalité exemple : Colis dépôt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10. Intégrations, avancement et points d'attention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Contexte &amp; vue d'ensemble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Contexte — Qu'est-ce que Swapp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Swapp = module métier magasin intégré dans l'application Cap Mobile.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Public cible : vendeurs et équipes magasin (terminaux Zebra TC53E).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Objectifs fonctionnels :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Consultation stock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 magasin par taille (Dispo, Transit, Picking, Dépôt…)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 web SFS, stock alentours, avis produit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Ventes &amp; clients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Panier, clients, catalogue, commandes (en cours de branchement)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Outils terrain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Scan code-barres / QR, sélection magasin, colis dépôt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Backend : API REST store-api (Chaussea) + API Article Cap Mobile existante.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Point d'entrée dans Cap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Écran d'accueil Cap Mobile → tuile « Swapp »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Fichier : lib/features/home/pages/home_page.dart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Action : Navigator.push(context, SwappMenuPage.fadeRoute())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SwappMenuPage = hub menu (Stock, Ventes, Équipe)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Tuile « Infos produit » → DetailProduitPage2 (fiche produit v2)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Les autres tuiles affichent « bientôt disponible » (SnackBar)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Principe architectural — 3 couches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Séparation stricte des responsabilités (maintenabilité + testabilité) :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Couche UI — lib/swapp/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Pages (écrans), Widgets (composants), Models vue (ProductStockView)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Affiche les données, gère interactions utilisateur (tap, scan)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Couche État — Riverpod (providers)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lib/core/apiswap/*_provider.dart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Centralise loading, erreurs, produit courant, stock web, alentours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Couche API — lib/core/apiswap/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SwappApiService (HTTP), modèles JSON, mappers API→UI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Seul point de contact avec store-api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Règle d'or : l'UI ne parse jamais le JSON brut de l'API.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Structure du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Arborescence lib/swapp/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pages/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swapp_menu_page.dart — Menu principal SWApp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detail_produit_page2.dart — Fiche produit v2 (référence actuelle)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detail_produit_page.dart — Fiche produit v1 (legacy)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client_search_page.dart, client_add_page.dart, reserve_produit_page.dart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widgets/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Composants réutilisables : ReassortChip, ProductPhotoCircle, ColisDepotPackButton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StoreSelectButton, ArticleCodeDialog, QrCameraScannerPage…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models/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product_stock_view.dart — modèle UI central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stock_column.dart — définition colonnes tableau stock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utils/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swapp_scan_flow.dart — DataWedge Zebra + UI chargement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swapp_scan_handler.dart — résolution scan → API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data/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test_magasins.dart — données magasins de démonstration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Arborescence lib/core/apiswap/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swapp_api_service.dart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Client HTTP : fetchModeleGlobal, fetchStockWeb, fetchNearbyStock, fetchProductReviews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swapp_api_constants.dart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URLs endpoints, token Bearer, codeMag défaut, URL photos produit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models/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modele_global_model.dart, stock_web_item.dart, nearby_stock_item.dart…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Objets miroir de la réponse JSON API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*_mapper.dart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ProductStockMapper, StockWebMapper, NearbyStockMapper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Transformation JSON/API → objets UI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*_provider.dart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swappProductProvider, stockWebProvider, nearbyStockProvider, productReviewProvider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Glossaire — Notions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Flutter — Notions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Widget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Brique de base de l'interface Flutter (texte, bouton, liste…)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Tout ce que l'utilisateur voit est un arbre de Widgets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StatelessWidget / StatefulWidget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Stateless = affichage sans état interne (ex. tuile menu)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Stateful = état local (ex. animation, onglet sélectionné)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ConsumerWidget / ConsumerStatefulWidget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Widgets Riverpod : peuvent lire/écouter les providers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Utilisés sur DetailProduitPage2, SwappMenuPage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Navigator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Gère la pile de navigation entre écrans (push/pop)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PageRouteBuilder + FadeTransition pour transitions fluides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LayoutBuilder / Wrap / ListView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LayoutBuilder : calcule largeur disponible (grille 3 colonnes menu)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Wrap : tuiles sans hauteur forcée (évite espaces vides)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Riverpod — Gestion d'état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Conteneur de dépendance : expose un service (ex. SwappApiService)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StateNotifier + StateNotifierProvider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Gère un état mutable de façon contrôlée (ex. SwappProductState)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Méthodes : fetchModele(), copyWith() pour mises à jour immuables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ref.watch(provider)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Écoute un provider : rebuild automatique de l'UI si l'état change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ref.read(provider.notifier)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Appelle une action sans écouter (ex. déclencher un fetch API)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ProviderScope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Racine Riverpod dans main.dart — rend les providers disponibles à toute l'app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API REST &amp;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REST / HTTP GET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Communication client-serveur via URLs (store-api Chaussea)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SwappApiService utilise le package http de Dart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JSON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Format d'échange API → { "codeModele": "...", "listePrix": [...] }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Décodage : jsonDecode() puis fromJson() sur les modèles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Bearer Token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Header Authorization: Bearer &lt;JWT&gt; pour authentifier les appels API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Actuellement dans SwappApiConstants (à sécuriser en production)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Modèle JSON vs Modèle UI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JSON model = structure exacte API (ModeleGlobalModel)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UI model = structure optimisée écran (ProductStockView)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Mapper = pont entre les deux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Patterns &amp; concepts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Mapper (ProductStockMapper)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Transforme listePrix API → stockBySize pour le tableau UI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Parse libProduit en référence / colorway / taille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Immutabilité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ProductStockView est immuable : toute mise à jour crée un nouvel objet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Évite bugs de state partagé entre widgets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DataWedge (Zebra)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Service scanner hardware sur terminaux magasin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SwappDataWedgeListener écoute les scans sans ouvrir la caméra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i18n (internationalisation)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AppLocalizations : libellés FR / EN / NL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LanguageMenuButton sur fiche produit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Widget Previews (@Preview)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Flutter 3.38+ : prévisualisation composants dans l'IDE sans lancer l'app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lib/widget_previews/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Couche API en détail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SwappApiService — Endpoints principaux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fetchModeleGlobal(codeModele, codeMag)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Fiche produit complète + stock magasin par taille (listePrix)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Inclut colisDepot, colisDepotResa, prix, photo, réassort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fetchStockWeb(codeModele)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 entrepôt SFS — onglet « Stock Web »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fetchNearbyStock(gencode, codeMag)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Disponibilité dans magasins alentours — onglet « Alentours »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fetchProductReviews(...)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Avis clients produit — onglet « Avis »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Gestion erreurs : 401 token, 404 modèle, timeout réseau, SocketException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ModeleGlobalModel — Champs clés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codeModele, libProduit, forme, prixVente, resteALiver (réassort)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libFamille, libTheme, libRayon, libSaison, libTaille, libPlusProduit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listePrix[] — stock par taille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taille, stockMag (dispo), stockTransit, stockPicking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stockDepot, stockResa, stockPreResa, stockVol, stockNonVendable…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colisDepotResa[] / colisDepot[]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Colis dépôt : déblocage résa ou pari colis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sColisPre, nPCBColis, sDesc → libellé chip UI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ProductStockMapper → ProductStockView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Entrée : ModeleGlobalModel (JSON API)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Sortie : ProductStockView (objet UI unique pour toute la fiche produit)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Transformations principales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libProduit → reference + colorway + size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listePrix → Map&lt;taille, Map&lt;rubrique, quantité&gt;&gt;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colisDepot* → List&lt;ColisDepotChip&gt;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prixVente → price, resteALiver → reassortOk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URL photo : SwappApiConstants.productPhotoUrl(codeModele)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Si API colis vide → chips démo (environnement dev uniquement)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État &amp; Providers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Providers Riverpod Swapp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swappProductProvider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État : product (ProductStockView?), isLoading, error, lastScannedGencode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Action : fetchModele() après scan ou saisie code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stockWebProvider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Données stock web SFS pour le produit courant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nearbyStockProvider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 magasins alentours (nécessite gencode article)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productReviewProvider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Liste avis produit pour l'onglet Avis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swappApiServiceProvider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Injection du service HTTP (une instance partagée)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articleProvider (Cap Mobile existant) : résout gencode → codeMod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SwappProductState — Cycle de vie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1. Utilisateur scanne ou saisit un code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2. isLoading = true, error = null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3. Appel API fetchModeleGlobal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4. Succès → ProductStockMapper → product mis à jour, isLoading = false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5. Erreur → message error affiché (_ErrorBanner + SnackBar)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6. UI (DetailProduitPage2) rebuild via ref.watch(swappProductProvider)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copyWith() permet mises à jour partielles sans muter l'état directement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Couche UI &amp; navigation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SwappMenuPage — Hub navigation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ConsumerWidget : lit authProvider pour avatar agent et magasin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En-tête blanc : photo collaborateur + titre SWAPP + nom magasin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3 sections en ListView :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Stock &amp; inventaire (6 tuiles)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Infos produit ✓, Mvts Stock, REBs, Inventaire, Réceptions, Transferts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Ventes &amp; clients (6 tuiles)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Panier, Mon stock, Clients, Catalogue…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Équipe &amp; outils (3 tuiles)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e-Resas, My Team, Calculette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Layout : Wrap 3 colonnes + constantes _SwappMenuLayout pour espacements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DetailProduitPage2 — Fiche produit v2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ConsumerStatefulWidget — écran principal métier Swapp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Composants UI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_Header2 : retour, langue, clients, panier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_ProductCard2 : hero produit (réassort, photo, pills, colis, magasin)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_OverviewGrid2 : cartes récap Dispo / Transit / Picking / Dépôt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_SizeRow2 : lignes stock colorées par taille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_BottomNav2 : 5 onglets navigation bas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Scan : SwappDataWedgeListener + QrCameraScannerPage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Magasin : StorePickerDialog + codeMag collaborateur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5 onglets fiche produit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0 — Stock Mag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swappProductProvider — stock magasin par taille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1 — Stock Web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stockWebProvider — disponibilité entrepôt SFS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2 — Alentours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nearbyStockProvider — autres magasins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3 — Avis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productReviewProvider — notes et commentaires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4 — Réserve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reserve_mock_data — partiel / mock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StockColumns : colonnes dynamiques (masquées si toutes valeurs = 0)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Toggle Mag/Web change la source et les colonnes visibles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Flux métier — Scan produit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Chaîne complète après un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1. Scan hardware (DataWedge) OU caméra QR (QrCameraScannerPage)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2. processSwappProductScanUi() — dialog « Chargement… » + haptic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3. handleSwappProductScan() :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a. articleProvider.fetchArticle(code)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Résout gencode → codeMod (API Article Cap Mobile)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b. swappProductProvider.fetchModele(codeMod, codeMag)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Charge fiche produit store-api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c. stockWebProvider + nearbyStockProvider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Pré-charge données onglets Web et Alentours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4. UI rebuild : hero + tableau + overview mis à jour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5. Erreur → SnackBar avec message utilisateur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Fichiers scan — 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swapp_scan_flow.dart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SwappDataWedgeListener : init/pause/resume DataWedge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processSwappProductScanUi : orchestration UI (dialog, SnackBar)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swapp_scan_handler.dart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handleSwappProductScan : logique métier sans widget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swappLooksLikeGencode() : détecte EAN 13+ chiffres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Pause DataWedge pendant scan caméra → évite double traitement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Exemple : Colis dépôt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Fonctionnalité Colis dépôt — Bout en 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API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ModeleGlobalModel.colisDepotResa + colisDepot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Mapper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ProductStockMapper._buildColisDepotChips()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Label : sColisPre + « Je débloque/pari… » + nPCBColis + sDesc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UI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ColisDepotPackButton : bouton animé (onglet Stock Mag uniquement)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showColisDepotPopup : popup Wrap + chips cliquables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Confirmation → succès → chip retiré de la session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Fichier : lib/swapp/widgets/colis_depot_chips.dart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État session : _releasedColisIds dans DetailProduitPage2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C8FA3"/>
                </a:solidFill>
              </a:defRPr>
            </a:pPr>
            <a:r>
              <a:t>Intégrations &amp; avancement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Intégrations transverses Cap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authProvider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Photo agent, nom, magasin courant (SwappMenuPage, StorePicker)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articleProvider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Résolution article depuis gencode scanné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dataWedgeServiceProvider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Scanner Zebra TC53E — service core Cap Mobile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AppLocalizations + AppColors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Traductions FR/EN/NL, thème visuel cohérent Cap Mobile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Swapp réutilise l'infra existante ; apiswap = couche API dédiée Swapp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État d'avancement fonctionnel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✅ Terminé / actif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Menu SWApp, fiche produit v2, scan DataWedge + QR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Stock mag, web, alentours, avis (API branchées)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Colis dépôt UI, sélecteur magasin, i18n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Widget Previews debug IDE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🔄 En cours / partiel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Pages clients (search/add), réservation produit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Tuiles menu non branchées (SnackBar « bientôt »)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⚠️ Points techniques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Token Bearer hardcodé → migration auth dynamique prod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DetailProduitPage v1 legacy (v2 = référence)</a:t>
            </a:r>
          </a:p>
          <a:p>
            <a:pPr lvl="1">
              <a:defRPr sz="1600">
                <a:solidFill>
                  <a:srgbClr val="8C8FA3"/>
                </a:solidFill>
              </a:defRPr>
            </a:pPr>
            <a:r>
              <a:t>Peu de tests automatisés unitaires Swapp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Schéma récapitulatif — Flux de données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B1D2B"/>
                </a:solidFill>
              </a:defRPr>
            </a:pPr>
            <a:r>
              <a:t>store-api (JSON)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SwappApiService (HTTP)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ModeleGlobalModel.fromJson()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ProductStockMapper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swappProductProvider (Riverpod)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ref.watch()</a:t>
            </a: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    ↓ DetailProduitPage2 + Widgets</a:t>
            </a:r>
          </a:p>
          <a:p>
            <a:pPr>
              <a:defRPr sz="1800">
                <a:solidFill>
                  <a:srgbClr val="1B1D2B"/>
                </a:solidFill>
              </a:defRPr>
            </a:pP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Scan : DataWedge → articleProvider → swappProductProvider → UI</a:t>
            </a:r>
          </a:p>
          <a:p>
            <a:pPr>
              <a:defRPr sz="1800">
                <a:solidFill>
                  <a:srgbClr val="1B1D2B"/>
                </a:solidFill>
              </a:defRPr>
            </a:pPr>
          </a:p>
          <a:p>
            <a:pPr>
              <a:defRPr sz="1800">
                <a:solidFill>
                  <a:srgbClr val="1B1D2B"/>
                </a:solidFill>
              </a:defRPr>
            </a:pPr>
            <a:r>
              <a:t>Séparation : modifier l'API n'impacte l'UI que via le mapper.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4640D6"/>
                </a:solidFill>
              </a:defRPr>
            </a:pPr>
            <a:r>
              <a:t>Merci — Questions 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Documentation générée depuis le code Cap Mobile</a:t>
            </a:r>
          </a:p>
          <a:p>
            <a:r>
              <a:t>Contact technique : équipe Swapp / H.AMIZIANI</a:t>
            </a:r>
          </a:p>
          <a:p>
            <a:r>
              <a:t>Fichiers clés : lib/swapp/ · lib/core/apiswap/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